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ca66245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ca66245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ca662459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ca662459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f488a88c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f488a88c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ca662459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ca662459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ca662459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ca662459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ca662459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ca662459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ca662459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ca662459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ca662459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ca662459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ca662459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ca662459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ca662459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ca662459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f488a88c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f488a88c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5.jpg"/><Relationship Id="rId5" Type="http://schemas.openxmlformats.org/officeDocument/2006/relationships/image" Target="../media/image9.jpg"/><Relationship Id="rId6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130" y="0"/>
            <a:ext cx="662774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20"/>
            <a:ext cx="9143999" cy="5120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5" y="0"/>
            <a:ext cx="3971900" cy="252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6436" y="0"/>
            <a:ext cx="4048039" cy="257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724151"/>
            <a:ext cx="456848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1292" y="2835838"/>
            <a:ext cx="4118318" cy="2043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1863" y="759600"/>
            <a:ext cx="5260275" cy="3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895" y="0"/>
            <a:ext cx="61002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441600" y="1999050"/>
            <a:ext cx="226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